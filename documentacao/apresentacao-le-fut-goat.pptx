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Le' Fut Goat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Site sobre futebol com cadastro, login e dashboard.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Tema pessoal, simples de explicar e conectado com a minha trajetÃ³ria.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Ideia do Projeto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Transformar a paixÃ£o pelo futebol em uma aplicaÃ§Ã£o web.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Juntar conteÃºdo, histÃ³ria pessoal e visualizaÃ§Ã£o de dados.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Usar uma base web e adaptar para uma proposta prÃ³pria.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Objetivo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Criar uma aplicaÃ§Ã£o funcional e fÃ¡cil de apresentar.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Permitir navegaÃ§Ã£o, cadastro, login e anÃ¡lise de atributos.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Mostrar domÃ­nio de front-end, back-end e banco de dados.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Tecnologias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HTML, CSS e JavaScript no front-end.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Node.js e Express no back-end.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MySQL para banco de dados.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Chart.js para o grÃ¡fico radar.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Estrutura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public: pÃ¡ginas, scripts, imagens e estilos.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src/routes: rotas da aplicaÃ§Ã£o.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src/controllers: regras de entrada e resposta.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src/models: consultas ao banco.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src/database: conexÃ£o com MySQL.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Funcionalidades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Home com conteÃºdo sobre futebol.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PÃ¡gina Minha HistÃ³ria.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Cadastro e login de usuÃ¡rio.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Menu adaptado pela sessÃ£o.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Dashboard com carta estilo FIFA.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Dashboard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O usuÃ¡rio informa ritmo, chute, passe, drible, defesa e fÃ­sico.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O sistema calcula o overall pela mÃ©dia dos atributos.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A posiÃ§Ã£o ideal Ã© sugerida por regras simples.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O radar mostra o equilÃ­brio entre os atributos.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Banco de Dados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O MySQL guarda os usuÃ¡rios cadastrados.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O cadastro insere nome, email e senha.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O login consulta email e senha.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A sessÃ£o do navegador guarda os dados bÃ¡sicos do usuÃ¡rio.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Trello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O quadro foi organizado por etapas.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Backlog guarda ideias futuras.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A Fazer reÃºne pendÃªncias.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ValidaÃ§Ã£o concentra testes.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ConcluÃ­do mostra o que foi entregue.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Aprendizados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IntegraÃ§Ã£o entre front-end, back-end e banco.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OrganizaÃ§Ã£o de rotas, controllers e models.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Uso de sessionStorage para fluxo de login.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CriaÃ§Ã£o de uma dashboard visual e interativa.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aixa"/>
          <p:cNvSpPr/>
          <p:nvPr/>
        </p:nvSpPr>
        <p:spPr>
          <a:xfrm>
            <a:off x="0" y="0"/>
            <a:ext cx="12192000" cy="230000"/>
          </a:xfrm>
          <a:prstGeom prst="rect">
            <a:avLst/>
          </a:prstGeom>
          <a:solidFill>
            <a:srgbClr val="EB0D3F"/>
          </a:solidFill>
          <a:ln>
            <a:noFill/>
          </a:ln>
        </p:spPr>
      </p:sp>
      <p:sp>
        <p:nvSpPr>
          <p:cNvPr id="2" name="Titulo"/>
          <p:cNvSpPr txBox="1"/>
          <p:nvPr/>
        </p:nvSpPr>
        <p:spPr>
          <a:xfrm>
            <a:off x="650000" y="47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3900" b="1">
                <a:solidFill>
                  <a:srgbClr val="FFFFFF"/>
                </a:solidFill>
              </a:rPr>
              <a:t>PrÃ³ximos Passos</a:t>
            </a:r>
            <a:endParaRPr lang="pt-BR" sz="3900"/>
          </a:p>
        </p:txBody>
      </p:sp>
      <p:sp>
        <p:nvSpPr>
          <p:cNvPr id="3" name="Conteudo"/>
          <p:cNvSpPr txBox="1"/>
          <p:nvPr/>
        </p:nvSpPr>
        <p:spPr>
          <a:xfrm>
            <a:off x="850000" y="1700000"/>
            <a:ext cx="10250000" cy="3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2050" b="0">
                <a:solidFill>
                  <a:srgbClr val="F4F4F4"/>
                </a:solidFill>
              </a:rPr>
              <a:t>Criptografar senhas.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Salvar histÃ³rico das cartas.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Criar ranking de overalls.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Melhorar responsividade da dashboard.</a:t>
            </a:r>
            <a:endParaRPr lang="pt-BR" sz="2050"/>
          </a:p>
          <a:p>
            <a:r>
              <a:rPr lang="pt-BR" sz="2050" b="0">
                <a:solidFill>
                  <a:srgbClr val="F4F4F4"/>
                </a:solidFill>
              </a:rPr>
              <a:t>Criar perfil do usuÃ¡rio.</a:t>
            </a:r>
            <a:endParaRPr lang="pt-BR" sz="2050"/>
          </a:p>
        </p:txBody>
      </p:sp>
      <p:sp>
        <p:nvSpPr>
          <p:cNvPr id="4" name="Rodape"/>
          <p:cNvSpPr txBox="1"/>
          <p:nvPr/>
        </p:nvSpPr>
        <p:spPr>
          <a:xfrm>
            <a:off x="9500000" y="63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pt-BR" sz="1100" b="0">
                <a:solidFill>
                  <a:srgbClr val="FFFFFF"/>
                </a:solidFill>
              </a:rPr>
              <a:t>Le' Fut Goat</a:t>
            </a:r>
            <a:endParaRPr lang="pt-BR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 Fut Goat">
  <a:themeElements>
    <a:clrScheme name="Le Fut Goat">
      <a:dk1>
        <a:srgbClr val="000000"/>
      </a:dk1>
      <a:lt1>
        <a:srgbClr val="FFFFFF"/>
      </a:lt1>
      <a:dk2>
        <a:srgbClr val="1F1F1F"/>
      </a:dk2>
      <a:lt2>
        <a:srgbClr val="F4F4F4"/>
      </a:lt2>
      <a:accent1>
        <a:srgbClr val="EB0D3F"/>
      </a:accent1>
      <a:accent2>
        <a:srgbClr val="FFFFFF"/>
      </a:accent2>
      <a:accent3>
        <a:srgbClr val="808080"/>
      </a:accent3>
      <a:accent4>
        <a:srgbClr val="222222"/>
      </a:accent4>
      <a:accent5>
        <a:srgbClr val="444444"/>
      </a:accent5>
      <a:accent6>
        <a:srgbClr val="666666"/>
      </a:accent6>
      <a:hlink>
        <a:srgbClr val="EB0D3F"/>
      </a:hlink>
      <a:folHlink>
        <a:srgbClr val="EB0D3F"/>
      </a:folHlink>
    </a:clrScheme>
    <a:fontScheme name="Arial">
      <a:majorFont>
        <a:latin typeface="Arial"/>
      </a:majorFont>
      <a:minorFont>
        <a:latin typeface="Arial"/>
      </a:minorFont>
    </a:fontScheme>
    <a:fmtScheme name="Le Fut Go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Le' Fut Goat</dc:title>
  <dc:creator>Le' Fut Goat</dc:creator>
  <cp:lastModifiedBy>Le' Fut Goat</cp:lastModifiedBy>
  <dcterms:created xsi:type="dcterms:W3CDTF">2026-05-27T00:00:00Z</dcterms:created>
  <dcterms:modified xsi:type="dcterms:W3CDTF">2026-05-27T00:00:00Z</dcterms:modified>
</cp:coreProperties>
</file>